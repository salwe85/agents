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Foundation-first approach. Parallel agent execution depends on filesystem and branch isolation. Ask audience about prior branch collision experiences.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physical isolation of working directories tied to same .git database. Show Command A1 from runbook.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Connect to forked threads. Each Codex thread maps cleanly to a worktree.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branch and status commands from runbook. Emphasize branch naming: codex/&lt;task-name&gt;.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 git-worktree-cleanup-agent plan mode. Emphasize plan_id requirement.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policy vs implementation. Repo-scoped behavioral contract.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Skills handle repeatable workflows like Playwright or tooling.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integration layer vs workflow contract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Contrast with AGENTS.md and Skills. This is organization-specific workflow governance.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entire agent ecosystem. Emphasize explicit lane definitions.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mandatory handoff transitions. Developer -&gt; Tester -&gt; Review-ready.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TEAM_PRESENTATION_DEMO_RUNBOOK.md sequencing.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Action: evaluate backend-developer agent.</a:t>
            </a:r>
          </a:p>
          <a:p>
            <a:r>
              <a:t>What to show: rubric breakdown and hard-gate logic.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codex_dev_done -&gt; codex_test_done -&gt; codex_review_ready sequencing in execution log.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DEMO_APP_REPO placeholder. Show commit discipline and stack file usage.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/reports/COMMIT_REVIEW_TASKS.md and /reports/REVIEW_TASKS.md.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generated GIT_CLEANUP_PLAN.md.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 common adoption mistakes.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Controlled phased adoption reduces chaos.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Reinforce mandatory lecture messages.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Expand on thread-worktree pairing and launcher discipline.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Deep comparison and investment gaps discussion.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interactive prompts from lecture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Session Starts with Infrastructure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Adoption fails without execution context</a:t>
            </a:r>
          </a:p>
          <a:p>
            <a:pPr lvl="1"/>
            <a:r>
              <a:t>Parallel agents require isolation discipline</a:t>
            </a:r>
          </a:p>
          <a:p>
            <a:pPr lvl="1"/>
            <a:r>
              <a:t>Worktrees are prerequisite for safe concurrency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a Git Worktree Actually 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One repository, multiple working directories</a:t>
            </a:r>
          </a:p>
          <a:p>
            <a:pPr lvl="1"/>
            <a:r>
              <a:t>Each tied to its own branch or commit</a:t>
            </a:r>
          </a:p>
          <a:p>
            <a:pPr lvl="1"/>
            <a:r>
              <a:t>Safer than repeated stash/switch cycles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Worktrees Matter for Parallel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Each lane runs in isolated branch + filesystem</a:t>
            </a:r>
          </a:p>
          <a:p>
            <a:pPr lvl="1"/>
            <a:r>
              <a:t>Prevents cross-task file pollution</a:t>
            </a:r>
          </a:p>
          <a:p>
            <a:pPr lvl="1"/>
            <a:r>
              <a:t>Reduces branch confusion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Detached HEAD and Branch Safety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Detached HEAD = valid but risky state</a:t>
            </a:r>
          </a:p>
          <a:p>
            <a:pPr lvl="1"/>
            <a:r>
              <a:t>Risk: orphan commits</a:t>
            </a:r>
          </a:p>
          <a:p>
            <a:pPr lvl="1"/>
            <a:r>
              <a:t>Attach task branch before edits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Cleanup and Lifecycle Safety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Never delete active worktree</a:t>
            </a:r>
          </a:p>
          <a:p>
            <a:pPr lvl="1"/>
            <a:r>
              <a:t>Plan/apply model for cleanup</a:t>
            </a:r>
          </a:p>
          <a:p>
            <a:pPr lvl="1"/>
            <a:r>
              <a:t>Protect main/master/develop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Codex Primitive: AGENTS.md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Repository-level policy layer</a:t>
            </a:r>
          </a:p>
          <a:p>
            <a:pPr lvl="1"/>
            <a:r>
              <a:t>Defines behavior constraints</a:t>
            </a:r>
          </a:p>
          <a:p>
            <a:pPr lvl="1"/>
            <a:r>
              <a:t>Controls default agent conduct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Codex Primitive: Skills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Reusable capability packs</a:t>
            </a:r>
          </a:p>
          <a:p>
            <a:pPr lvl="1"/>
            <a:r>
              <a:t>Standard workflows and tools</a:t>
            </a:r>
          </a:p>
          <a:p>
            <a:pPr lvl="1"/>
            <a:r>
              <a:t>Operational accelerators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Codex Primitive: MCP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External tool integration protocol</a:t>
            </a:r>
          </a:p>
          <a:p>
            <a:pPr lvl="1"/>
            <a:r>
              <a:t>Injects runtime context</a:t>
            </a:r>
          </a:p>
          <a:p>
            <a:pPr lvl="1"/>
            <a:r>
              <a:t>Enables system connectivity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Local /agents Workflow-Contract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Project-scoped operational contracts</a:t>
            </a:r>
          </a:p>
          <a:p>
            <a:pPr lvl="1"/>
            <a:r>
              <a:t>Explicit mission/scope/constraints</a:t>
            </a:r>
          </a:p>
          <a:p>
            <a:pPr lvl="1"/>
            <a:r>
              <a:t>Predictable invocation behavior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Full Workflow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Governance: agent-making-agent, agent-reviewing-agent</a:t>
            </a:r>
          </a:p>
          <a:p>
            <a:pPr lvl="1"/>
            <a:r>
              <a:t>Orchestration: sprint-orchestrator-agent</a:t>
            </a:r>
          </a:p>
          <a:p>
            <a:pPr lvl="1"/>
            <a:r>
              <a:t>Execution: backend/frontend/fullstack + testers</a:t>
            </a:r>
          </a:p>
          <a:p>
            <a:pPr lvl="1"/>
            <a:r>
              <a:t>Review: recent-commit + deep-code-review</a:t>
            </a:r>
          </a:p>
          <a:p>
            <a:pPr lvl="1"/>
            <a:r>
              <a:t>Hygiene: git-worktree-cleanup-agent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Lane State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codex_dev_done</a:t>
            </a:r>
          </a:p>
          <a:p>
            <a:pPr lvl="1"/>
            <a:r>
              <a:t>codex_test_done</a:t>
            </a:r>
          </a:p>
          <a:p>
            <a:pPr lvl="1"/>
            <a:r>
              <a:t>codex_review_ready</a:t>
            </a:r>
          </a:p>
          <a:p>
            <a:pPr lvl="1"/>
            <a:r>
              <a:t>Direct review only if no test surface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Run demos in background thread</a:t>
            </a:r>
          </a:p>
          <a:p>
            <a:pPr lvl="1"/>
            <a:r>
              <a:t>Follow runbook sequencing</a:t>
            </a:r>
          </a:p>
          <a:p>
            <a:pPr lvl="1"/>
            <a:r>
              <a:t>Narrate decisions and state transitions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Action: Governance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Agent: agent-making-agent</a:t>
            </a:r>
          </a:p>
          <a:p>
            <a:pPr lvl="1"/>
            <a:r>
              <a:t>Agent: agent-reviewing-agent</a:t>
            </a:r>
          </a:p>
          <a:p>
            <a:pPr lvl="1"/>
            <a:r>
              <a:t>Show PASS/FAIL and rubric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Action: Orchestration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Agent: sprint-orchestrator-agent</a:t>
            </a:r>
          </a:p>
          <a:p>
            <a:pPr lvl="1"/>
            <a:r>
              <a:t>Input: sprint-demo-backlog.md</a:t>
            </a:r>
          </a:p>
          <a:p>
            <a:pPr lvl="1"/>
            <a:r>
              <a:t>Show state transitions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Action: Execution Lanes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backend-developer -&gt; backend-tester</a:t>
            </a:r>
          </a:p>
          <a:p>
            <a:pPr lvl="1"/>
            <a:r>
              <a:t>frontend-developer -&gt; frontend-tester</a:t>
            </a:r>
          </a:p>
          <a:p>
            <a:pPr lvl="1"/>
            <a:r>
              <a:t>fullstack-developer (tester_strategy: both)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Action: Review Gates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recent-commit-review-agent</a:t>
            </a:r>
          </a:p>
          <a:p>
            <a:pPr lvl="1"/>
            <a:r>
              <a:t>deep-code-review-agent</a:t>
            </a:r>
          </a:p>
          <a:p>
            <a:pPr lvl="1"/>
            <a:r>
              <a:t>Read-only review outputs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Action: Cleanup Safety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git-worktree-cleanup-agent</a:t>
            </a:r>
          </a:p>
          <a:p>
            <a:pPr lvl="1"/>
            <a:r>
              <a:t>mode: plan</a:t>
            </a:r>
          </a:p>
          <a:p>
            <a:pPr lvl="1"/>
            <a:r>
              <a:t>plan_id and protected branches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 and Failure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Vague prompts</a:t>
            </a:r>
          </a:p>
          <a:p>
            <a:pPr lvl="1"/>
            <a:r>
              <a:t>Missing STACK.md</a:t>
            </a:r>
          </a:p>
          <a:p>
            <a:pPr lvl="1"/>
            <a:r>
              <a:t>Skipping substatus transitions</a:t>
            </a:r>
          </a:p>
          <a:p>
            <a:pPr lvl="1"/>
            <a:r>
              <a:t>Demo without validation evidence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Adoption Rollout Blueprint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Week 1: worktree + governance gate</a:t>
            </a:r>
          </a:p>
          <a:p>
            <a:pPr lvl="1"/>
            <a:r>
              <a:t>Week 2: orchestrator + one lane</a:t>
            </a:r>
          </a:p>
          <a:p>
            <a:pPr lvl="1"/>
            <a:r>
              <a:t>Week 3: full lane model + reviews + cleanup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Isolation is non-optional</a:t>
            </a:r>
          </a:p>
          <a:p>
            <a:pPr lvl="1"/>
            <a:r>
              <a:t>Policy, capability, integration, workflow layers are complementary</a:t>
            </a:r>
          </a:p>
          <a:p>
            <a:pPr lvl="1"/>
            <a:r>
              <a:t>Success = predictable parallel delivery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Extended Worktree Deep Dive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Fork threads into dedicated worktrees</a:t>
            </a:r>
          </a:p>
          <a:p>
            <a:pPr lvl="1"/>
            <a:r>
              <a:t>Launcher thread remains clean</a:t>
            </a:r>
          </a:p>
          <a:p>
            <a:pPr lvl="1"/>
            <a:r>
              <a:t>Merge discipline per lane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Extended Codex Layer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AGENTS.md = policy</a:t>
            </a:r>
          </a:p>
          <a:p>
            <a:pPr lvl="1"/>
            <a:r>
              <a:t>Skills = capability</a:t>
            </a:r>
          </a:p>
          <a:p>
            <a:pPr lvl="1"/>
            <a:r>
              <a:t>MCP = integration</a:t>
            </a:r>
          </a:p>
          <a:p>
            <a:pPr lvl="1"/>
            <a:r>
              <a:t>/agents = workflow-contract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Interactive Checkpoints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breaks without isolation?</a:t>
            </a:r>
          </a:p>
          <a:p>
            <a:pPr lvl="1"/>
            <a:r>
              <a:t>Where enforce commit policy?</a:t>
            </a:r>
          </a:p>
          <a:p>
            <a:pPr lvl="1"/>
            <a:r>
              <a:t>Minimum evidence for codex_review_ready?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